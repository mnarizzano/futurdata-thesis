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Bialetti Gioia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7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2500 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2235701018832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Bialetti Gioia
Weight: 2500 g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SEVERITY.ERROR · valid_node_types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Nodes [2235701018832] have an unrecognized type and cannot be interpreted in the disassembly grammar.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node_ids=[2235701018832]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Soft cloth
• Torx T10 screwdriver
• Phillips PH1 screwdriver
• Plastic pry tool
• Hands
• JST connector tool
• Phillips PH0 screwdriver
• Container
• Hose clamp pliers
• Side cutters
• Heat-resistant gloves (precaution)
• 10 mm wrench
• Bench vice with soft jaws
• Hex key (typically 4 mm)
• Soft mallet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2235701019408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Outer shell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ABS (50% PCR on Responsible variant)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2235701023568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Water tank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150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SAN / transparent ABS + silicone valve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2235701023312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Capsule drawer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ABS + stainless grid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2235701023696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Capsule lever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130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Glass-filled nylon + stainless piercing plate + silicone seals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2235694448272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Button panel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FR-4 PCB + tactile switches + LEDs + ABS cover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2235701019536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Capsule sensor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18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Copper coil + ferrite core + plastic housing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2235701020496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Vibration pump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185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Steel body, copper winding, brass fittings, rubber dampers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2235701020112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Silicone tubing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Food-grade silicone + zinc-plated steel spring clamps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2235701020624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Flow meter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28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ABS housing + ceramic shaft + Hall sensor PCB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2235701021392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Main PCB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FR-4 PCB + SMD components + electrolytic capacitors + triacs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2235701021008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Wiring harness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70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Copper conductors + PVC insulation + nylon JST housings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2235701021520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Power cord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140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3-core copper cable + PVC jacket + thermoplastic Schuko plug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2235701022352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Chassis frame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967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Galvanized steel + ABS brackets + EPDM feet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2235701023952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Thermoblock fasteners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Zinc-plated steel screws + silicone/graphite gaskets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2235701022800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Heating element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45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Nichrome (NiCr 80/20) wire + ceramic carrier + stainless sheath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2235701022480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Safety thermostat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Brass body + bimetal disc + ceramic insulator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2235701022928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Aluminium body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240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Cast aluminium alloy (AlSi9Cu3 or similar)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2235701023056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Stainless tube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Stainless steel AISI 304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Open outer shell from chassis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Bialetti Gioia (2500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Place the machine upside-down on a soft cloth so the bottom plate is accessible; remove any residual water from the tank seat to avoid leaks.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the 4 Torx T10 screws located at the corners of the bottom plate.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the 2 Phillips PH1 screws behind the rear panel, near the power-cord grommet.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the 4 internal plastic clips along the vertical edges by gently prying with a flat plastic tool.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upper shell vertically, keeping it parallel to the base, to separate it from the internal chassis.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Outer shell (260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Chassis (full) (2240 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Soft cloth, Torx T10 screwdriver, Phillips PH1 screwdriver, Plastic pry tool, Hands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ABS (50% PCR on Responsible variant)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user-accessible parts (tank, drawer, lever)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Chassis (full) (2240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out the 0.5 L removable water tank from its seat at the rear of the machine.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out the used-capsule drawer from the front-bottom slot.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the 2 Phillips PH1 screws of the capsule lever / brewing-group assembly and lift it 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Water tank (150 g)
• Capsule drawer (60 g)
• Capsule lever (130 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Chassis (no user parts) (1900 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Hands, Phillips PH1 screwdriver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SAN / transparent ABS + silicone valve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Disconnect and remove the front control-panel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Chassis (no user parts) (1900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Unplug the JST-XH 4-pin connector that links the front button board to the main PCB; press the latch before pulling.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Unplug the JST-PH 2-pin connector of the aluminium-capsule sensor, located just behind the capsule lever assembly.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the 2 Phillips PH0 screws that hold the button panel to the front of the chassis.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Slide the button panel forward and lift it out together with the integrated LED indicators and the capsule sensor.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Button panel (35 g)
• Capsule sensor (18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Chassis (no panel) (1847 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JST connector tool, Phillips PH0 screwdriver, Hands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FR-4 PCB + tactile switches + LEDs + ABS 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Extract pump, tubing and flow meter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Chassis (no panel) (1847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Place a container under the chassis to catch ~30 mL of residual water that will drip from the tubing during removal.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the spring clamp on the silicone tube from the tank valve to the pump inlet; slide the tube off the barb.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the spring clamps on the silicone tubes from the pump outlet to the flow meter, and from the flow meter to the thermoblock inlet.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Unplug the 2-pin power connector that supplies the pump from the main PCB.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the 2 Phillips PH1 screws holding the pump bracket to the chassis, then lift the pump together with the flow meter and the tubing as a single hydraulic assembly.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Vibration pump (185 g)
• Silicone tubing (22 g)
• Flow meter (28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Chassis (no hydraulic) (1612 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Container, Hose clamp pliers, Hands, Phillips PH1 screwdriver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Steel body, copper winding, brass fittings, rubber dampers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Extract main PCB, wiring harness and power 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Chassis (no hydraulic) (1612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Unplug all remaining JST connectors from the main PCB: thermostat lead, thermoblock heater lead, pump triac lead.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mains input wires from the PCB screw terminals (LIVE / NEUTRAL / EARTH).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Cut any cable ties that fix the wiring harness to the chassis ribs.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the 4 Phillips PH0 screws securing the PCB to its plastic tray and lift the board 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the wiring harness and the power cord through the chassis cut-out as a single bundle.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Main PCB (55 g)
• Wiring harness (70 g)
• Power cord (140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Chassis (only thermoblock) (1347 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JST connector tool, Phillips PH0 screwdriver, Side cutters, Hands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FR-4 PCB + SMD components + electrolytic capacitors + triacs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Extract the thermoblock assembly and free the chassis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Chassis (only thermoblock) (1347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Verify the machine has been unplugged for at least 30 minutes so the thermoblock has fully cooled before touching the metal body.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two faston terminals of the heating element from the harness, and the 2-pin JST of the safety thermostat.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the brass nut at the thermoblock outlet (towards the brew chamber) using a 10 mm wrench; keep a cloth nearby for residual drips.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the 2 Phillips PH1 screws of the thermoblock bracket on the chassis side wall.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thermoblock assembly vertically out of its seat.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Chassis frame (967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Thermoblock assembly (380 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Heat-resistant gloves (precaution), Hands, 10 mm wrench, Phillips PH1 screwdriver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Galvanized steel + ABS brackets + EPDM feet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Mechanically disassemble the thermoblock into its leaves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Thermoblock assembly (380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Clamp the aluminium body in a bench vice with soft jaws to avoid marking the surface; keep the heating-element side accessible.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the safety thermostat from its threaded seat on the body; it comes out as a single threaded brass capsule.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Push out the heating element from its dedicated tunnel inside the aluminium body, gently tapping with a soft mallet if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Separate the stainless-steel tube (water path) from the aluminium body; depending on the design, this may require a press or destructive cut.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Thermoblock fasteners (20 g)
• Heating element (45 g)
• Safety thermostat (15 g)
• Aluminium body (240 g)
• Stainless tube (60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Bench vice with soft jaws, Hex key (typically 4 mm), Soft mallet, Press / saw (destructive option)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Zinc-plated steel screws + silicone/graphite gaskets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7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Bialetti Gioia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Bialetti Gioia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