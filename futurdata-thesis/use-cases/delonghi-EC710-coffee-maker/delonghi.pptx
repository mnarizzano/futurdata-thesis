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ptos"/>
              </a:rPr>
              <a:t>PPTX export • 10 action group(s) • depth: DepthMode.FULL • schema 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Nominal weight  Unknown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143000"/>
            <a:ext cx="2880360" cy="44348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34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1488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B92AB"/>
                </a:solidFill>
                <a:latin typeface="Aptos"/>
              </a:rPr>
              <a:t>PRODUCT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2327528033232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Name: Delonghi EC710 Coffee Maker
Weight: Unknown
Material: Unknown
Color: Unknown
Depth mode: DepthMode.FULL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ptos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SEVERITY.INFO · mass_balance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Mass balance not verifiable: the product has no weight; 12 component(s) have no weight.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node_ids=[2327510733456, 2327511007952, 2327511009744, 2327511009936, 2327511312016, 2327528047184, 2327528050768, 2327528051088, 2327528052496, 2327528060432, 2327528232144, 2327528232272]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ptos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tools are specified in this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1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2327511312016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Right arm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2327528051088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Left arm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2327511009936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Base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2327528232272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Coffee tamper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2327528232144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Top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2327528050768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Earth wiring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2327511009744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Boiler inlet pipe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2327511007952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Diffuser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2327528060432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Underside casing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2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117729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117729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2327528047184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Rest of the coffee machine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117729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2327528052496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Boiler underside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117729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2327510733456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Spring-loaded flow valve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Arms Removal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Delonghi EC710 Coffee Maker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screws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arms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arms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352294"/>
            <a:ext cx="1773936" cy="13304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352294"/>
            <a:ext cx="1773936" cy="13304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Right arm (Unknown)
• Left arm (Unknown)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Composite (Unknown)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Color: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Base removal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Composite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screws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away 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331720"/>
            <a:ext cx="1828799" cy="137159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Base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Composite (Unknown)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Coffee tamper removal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Composite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top-rear screws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and twist tamper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352294"/>
            <a:ext cx="1773936" cy="13304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352294"/>
            <a:ext cx="1773936" cy="13304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Coffee tamper (Unknown)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Composite (Unknown)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Top removal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Composite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anti-tamper screws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away top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 hotplate/ boiler heater connection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87751"/>
            <a:ext cx="1146047" cy="8595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176" y="2587751"/>
            <a:ext cx="1146047" cy="8595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2</a:t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3952" y="2587751"/>
            <a:ext cx="1146047" cy="8595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Top (Unknown)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Composite (Unknown)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Earth wiring removal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Composite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 electrical safety earth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Move out of the 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331720"/>
            <a:ext cx="1828799" cy="137159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Earth wiring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Composite (Unknown)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Pipe removal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Composite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out the circlip that holds the pipe in place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out the pipe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331720"/>
            <a:ext cx="1828799" cy="137159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Boiler inlet pipe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Composite (Unknown)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Diffuser removal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Composite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diffuser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Clean diffuser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331720"/>
            <a:ext cx="1828799" cy="13715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Diffuser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Composite (Unknown)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Underside casing removal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Composite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screws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Push aside tabs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away casing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352294"/>
            <a:ext cx="1773936" cy="13304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352294"/>
            <a:ext cx="1773936" cy="13304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Underside casing (Unknown)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Composite (Unknown)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Boiler assembly removal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Composite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Place towel underneath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Loosen boiler screws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nuts from the underside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up top boiler assembly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up steam outlet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223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540410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out lower boiler assembly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87751"/>
            <a:ext cx="1146047" cy="85953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pic>
        <p:nvPicPr>
          <p:cNvPr id="31" name="Picture 30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176" y="2587751"/>
            <a:ext cx="1146047" cy="85953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3</a:t>
            </a:r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3952" y="2587751"/>
            <a:ext cx="1146047" cy="8595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Rest of the coffee machine (Unknown)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Lower boiler assembly (Unknown)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Flow valve removal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Lower boiler assembly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Clean lower boiler assembly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Turn over lower boiler assembly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 dowel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Take out valve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Clean valve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223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540410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Clean channel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87751"/>
            <a:ext cx="1146047" cy="85953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pic>
        <p:nvPicPr>
          <p:cNvPr id="31" name="Picture 30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176" y="2587751"/>
            <a:ext cx="1146047" cy="85953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2</a:t>
            </a:r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3952" y="2587751"/>
            <a:ext cx="1146047" cy="8595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Boiler underside (Unknown)
• Spring-loaded flow valve (Unknown)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10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The PowerPoint remains fully editable: text, tables, images and component information 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Delonghi EC710 Coffee Maker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