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APOLLO air conditioner without outdoor 
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8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Unknown</a:t>
            </a:r>
          </a:p>
        </p:txBody>
      </p:sp>
      <p:pic>
        <p:nvPicPr>
          <p:cNvPr id="9" name="Picture 8" descr="component_20260928_185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939758"/>
            <a:ext cx="3383280" cy="30699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2047097084112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APOLLO air conditioner without outdoor unit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Mass balance not verifiable: the product has no weight; 36 component(s) have no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" b="0">
                <a:solidFill>
                  <a:srgbClr val="64748B"/>
                </a:solidFill>
                <a:latin typeface="Arial"/>
              </a:rPr>
              <a:t>Location: node_ids=[2046878681424, 2046878813072, 2046879025104, 2046881540432, 2046884269648, 2046884534608, 2046884535248, 2046884538128, 2046884539984, 2046884543568, 2046965450000, 2046970672464, 2046970926288, 2046970926352, 2046970934672, 2046970956496, 2046970964240, 2046970967312, 2046971235792, 2046971240912, 2046971245712, 2046971246032, 
2046971246160, 2046971246544, 2046996494224, 2047096392144, 2047097640976, 2047097833744, 2047097836624, 2047097837520, 2047097838352, 2047097842000, 2047097842064, 2047097842576, 2047098194384, 2047098205904]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Screwdriver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681424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Back panel / rear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2046879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025104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Side/front-shell screws (6)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926288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Guide-plate screws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964240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Electronic control box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838352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Electronic-control-box-cover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842576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Front housing / front shell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926352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Appliance box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540432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Appliance-box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837520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Main control PCB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2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842064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PCB radiator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842000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Heat dissipation fan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240912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Heat-dissipation-fan-bracket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450000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Reactor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640976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 press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246032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Evaporator / air-duct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246160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Inner machine base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246544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Front wind baffle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2046996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494224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Middle support cross plate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3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2047096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392144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Middle partition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539984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Side plates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934672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Volute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543568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Volute outside screws (4)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534608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Motor-shaft nut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956496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Exhaust air wheel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535248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Exhaust motor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538128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 fixing screws (4)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194384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Bottom condenser-side end-plate screws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4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967312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Compressor ground-foot nuts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235792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Compressor ground-foot gaskets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245712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Refrigeration system: compressor + condenser + 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evaporator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205904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Chassis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836624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Magnetic ring switch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833744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Magnetic-ring-switch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813072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 heater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269648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Water-heater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672464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APOLLO unit after documented disassembly 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procedures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back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APOLLO air conditioner without outdoor unit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a total of 6 screws on the left and right sides of the front shell 
with a screwdriver, and remove the screws fixing the back 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Pull the back plate outward by hand until the upper and lower clamps between the front shell 
and back plate are detached. Pay attention to the clasps at the front-housing/back-plate joint.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_0d0627f4f8a54f93ac6f2c8585af8f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409" y="2331720"/>
            <a:ext cx="1145580" cy="13715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Back panel / rear back plate (Unknown)
• Side/front-shell screws (6)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Unit without back panel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front housing assemblies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Unit without back panel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Swing the guide plate to the horizontal position and remove the 3 
screws behind the guide 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Remove the 2 screws fixing the electronic control box cover, remove the cover, and 
pull out the connected terminal for subsequent disassembly and maintenance.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14213D"/>
                </a:solidFill>
                <a:latin typeface="Arial"/>
              </a:rPr>
              <a:t>Slightly lift the base, pull the front shell outward, verify that the left/right sheet-metal joint clips and 
bottom/base joint clips are detached, then move the front shell horizontally out while loosening the 
connection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_beddcff4ed71410a8b6d80f54df0ca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88624"/>
            <a:ext cx="1146047" cy="6577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pic>
        <p:nvPicPr>
          <p:cNvPr id="22" name="Picture 21" descr="step_9262bff95568486f85dab1892bf478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850" y="2331720"/>
            <a:ext cx="1028699" cy="13715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pic>
        <p:nvPicPr>
          <p:cNvPr id="24" name="Picture 23" descr="step_2b7bd3a1b487479e9283be60d1b7b4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95151"/>
            <a:ext cx="1146047" cy="6447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14213D"/>
                </a:solidFill>
                <a:latin typeface="Arial"/>
              </a:rPr>
              <a:t>• Guide-plate screws (3) (Unknown)
• Electronic control box cover (Unknown)
• Electronic-control-box-cover screws (2) (Unknown)
• Front housing / front shell assembly (Unknown)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Unit without front housing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Dismantle electronic control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Unit without front housing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2 screws fixing the appliance box and remove the 
appliance 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fixing the main control PCB and remove the main 
control PCB.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fixing the PCB radiator to the electronic control box 
and remove the PCB radiator.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2 screws on the heat dissipation fan bracket and remove 
the heat dissipation fan.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screws fixing the reactor and remove the reactor.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tep_44a8df7df0ce4a6eb9ae4f9b501a3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50842"/>
            <a:ext cx="1146047" cy="73335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pic>
        <p:nvPicPr>
          <p:cNvPr id="28" name="Picture 27" descr="step_906d37dea2674c28b142726f44572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731944"/>
            <a:ext cx="1146047" cy="5711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pic>
        <p:nvPicPr>
          <p:cNvPr id="30" name="Picture 29" descr="step_2922608deb7f417a828bf6ca5af23d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532291"/>
            <a:ext cx="1146047" cy="970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00" b="0">
                <a:solidFill>
                  <a:srgbClr val="14213D"/>
                </a:solidFill>
                <a:latin typeface="Arial"/>
              </a:rPr>
              <a:t>• Appliance box (Unknown)
• Appliance-box screws (2) (Unknown)
• Main control PCB (Unknown)
• PCB radiator (Unknown)
• Heat dissipation fan (Unknown)
• Heat-dissipation-fan-bracket screws (2) (Unknown)
• Reactor (Unknown)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Unit with electronic control components removed 
(Unknown)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evaporator duct / inner-machine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Unit with electronic control components removed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fixing the motor press plate and remove the motor 
press 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fixing the evaporator to the air duct assembly, as 
illustrated on pages 9-10.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the illustrated end/side fasteners associated with the 
evaporator/air-duct 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Lift the evaporator assembly and tilt/move the inner machine base 
assembly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p_44827d0124f84ab0a2fbb11618e574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16296"/>
            <a:ext cx="1146047" cy="12024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pic>
        <p:nvPicPr>
          <p:cNvPr id="25" name="Picture 24" descr="step_f8400ddaabda43988aed34b6c32578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655106"/>
            <a:ext cx="1146047" cy="7248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pic>
        <p:nvPicPr>
          <p:cNvPr id="27" name="Picture 26" descr="step_ca86f64768b04c789035a00a47a26d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685769"/>
            <a:ext cx="1146047" cy="6635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Motor press plate (Unknown)
• Evaporator / air-duct assembly (Unknown)
• Inner machine base assembly (Unknown)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Separated evaporator and inner-machine assemblies 
(Unknown)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Dismantle inner-machine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Separated evaporator and inner-machine assemblies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connecting the front wind baffle (1) to the 
inner-machine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connecting the middle support cross plate (2) to 
the middle support side 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Lift the evaporator assembly and horizontally move the middle partition 
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attached to the base and the side plates, and 
remove the side plates.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p_20260928_185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02377"/>
            <a:ext cx="1773936" cy="10302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pic>
        <p:nvPicPr>
          <p:cNvPr id="25" name="Picture 24" descr="step_e006be944a9a42848b2596d13ee012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383971"/>
            <a:ext cx="1773936" cy="126709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14213D"/>
                </a:solidFill>
                <a:latin typeface="Arial"/>
              </a:rPr>
              <a:t>• Front wind baffle (1) (Unknown)
• Middle support cross plate (2) (Unknown)
• Middle partition (Unknown)
• Side plates (Unknown)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Inner-machine base with listed panels removed 
(Unknown)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Dismantle exhaust duct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Inner-machine base with listed panels removed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screws fixing the volute assembly and remove the volute 
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4 screws on the outside of the volute.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Loosen and remove the nut fixed on the motor shaft, then pull the 
exhaust air wheel outward with both hands.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4 screws fixing the motor on the other side and remove the 
motor.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Volute assembly (Unknown)
• Volute outside screws (4) (Unknown)
• Motor-shaft nut (Unknown)
• Exhaust air wheel (Unknown)
• Exhaust motor (Unknown)
• Motor fixing screws (4)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Unit with exhaust duct components dismantled 
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Screwdriver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Dismantle two-body 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Unit with exhaust duct components dismantled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3 screws connecting the bottom condenser-side end plate 
to the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3 nuts from the compressor ground feet, including the nuts 
and gaskets.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14213D"/>
                </a:solidFill>
                <a:latin typeface="Arial"/>
              </a:rPr>
              <a:t>Lift the refrigeration system composed of compressor, condenser and evaporator so it detaches from 
the chassis assembly. Arrange the two system components carefully; do not break the protection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_b7e300f48a944ce6b2b61e14cff7f8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391" y="2331720"/>
            <a:ext cx="2811617" cy="13715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00" b="0">
                <a:solidFill>
                  <a:srgbClr val="14213D"/>
                </a:solidFill>
                <a:latin typeface="Arial"/>
              </a:rPr>
              <a:t>• Bottom condenser-side end-plate screws (3) (Unknown)
• Compressor ground-foot nuts (3) (Unknown)
• Compressor ground-foot gaskets (Unknown)
• Refrigeration system: compressor + condenser + evaporator (Unknown)
• Chassis assembly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Chassis separated from refrigeration system 
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magnetic ring switch and water 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Chassis separated from refrigeration system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2 screws fixing the magnetic ring switch and remove the 
switch as illustrated.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2 screws fixing the water heater and remove the heater as 
illustrated.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_d6595f8a0d2042238a8e462c151efd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72643"/>
            <a:ext cx="1773936" cy="6897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pic>
        <p:nvPicPr>
          <p:cNvPr id="19" name="Picture 18" descr="step_ef7d49124b5a4883aa616957da97d9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717530"/>
            <a:ext cx="1773936" cy="59997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00" b="0">
                <a:solidFill>
                  <a:srgbClr val="14213D"/>
                </a:solidFill>
                <a:latin typeface="Arial"/>
              </a:rPr>
              <a:t>• Magnetic ring switch (Unknown)
• Magnetic-ring-switch screws (2) (Unknown)
• Water heater (Unknown)
• Water-heater screws (2) (Unknown)
• APOLLO unit after documented disassembly procedures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8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APOLLO air conditioner without outdoor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