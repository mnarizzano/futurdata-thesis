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3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3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3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3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5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5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6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6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6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48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Unknown</a:t>
            </a:r>
          </a:p>
        </p:txBody>
      </p:sp>
      <p:pic>
        <p:nvPicPr>
          <p:cNvPr id="9" name="Picture 8" descr="component_992cc3947e5b474b98bee8bb6045e5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523172"/>
            <a:ext cx="3383280" cy="19030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2046967624720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Washing machine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Mass balance not verifiable: the product has no weight; 48 component(s) have no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" b="0">
                <a:solidFill>
                  <a:srgbClr val="64748B"/>
                </a:solidFill>
                <a:latin typeface="Arial"/>
              </a:rPr>
              <a:t>Location: node_ids=[2046885871760, 2046885872080, 2046885872400, 2046885872720, 2046885873040, 2046885873360, 2046885873616, 2046885873872, 2046885874192, 2046885874512, 2046885874832, 2046885875152, 2046885875472, 2046885875792, 2046885876112, 2046885876432, 2046885876752, 2046885877072, 2046885883920, 2046967613904, 2046967614096, 2046967614544, 
2046967614864, 2046967614992, 2046967616720, 2046967617168, 2046967617360, 2046967617616, 2046967619024, 2046967619216, 2046967619344, 2046967620176, 2046967620944, 2046967621008, 2046967621456, 2046967622032, 2046967622096, 2046967622736, 2046967623120, 2046967623248, 2046967623376, 2046967623952, 2046967624080, 2046967624528, 2046967624976, 
2046967625872, 2046967626192, 2046967627472]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617168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627472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Black cord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617360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Valve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622096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 supply hose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626192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part of the washing machine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620176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Upper agitator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613904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White plastic component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623120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screw on the lid of the bucket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614544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Screw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2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623376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624976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Control panel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614992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Control knobs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622032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component from the case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619216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Lid switch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616720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screw from a white plastic component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623952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Metal clip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614864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Rear panel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622736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Back plate screws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3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621456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Lid switch mounting screws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614096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screw on the appliance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617616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621008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623248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refrigerator component labeled 'SPILL'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619344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Tabs securing the tub 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619024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620944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White plastic component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625872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Tub nut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4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624528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Metal component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624080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Drive block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883920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Drain pump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871760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872080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872400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Wire retainer from the transmission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872720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Wire retainer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873040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Transmission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873360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5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873616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Wire retainer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873872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874192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 or engine part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874512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White plastic component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874832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875152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Drum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875472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screw on the bottom of the machine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875792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4 Phillips screws on the back plate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876112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 part from the white surface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6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876432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Lid switch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876752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Control panel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117729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877072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Hoses and connections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Remove back plate using Phillips screwdriver (Phillips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back plate using Phillips screwdriver (Phillips screws on the 
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992cc3947e5b474b98bee8bb6045e5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Back plate</a:t>
            </a:r>
          </a:p>
        </p:txBody>
      </p:sp>
      <p:pic>
        <p:nvPicPr>
          <p:cNvPr id="16" name="Picture 15" descr="component_89a49873a1a44c4eaabca45e4ea0049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Disconnect black 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black 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df5152cf0aa462abef659855fb42fa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Black cord</a:t>
            </a:r>
          </a:p>
        </p:txBody>
      </p:sp>
      <p:pic>
        <p:nvPicPr>
          <p:cNvPr id="16" name="Picture 15" descr="component_e3db60f8b255438e9c64dc8489ea92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Black cord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valve using pliers (valve screws)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valve using pliers (valve screws)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0260929_113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Valve</a:t>
            </a:r>
          </a:p>
        </p:txBody>
      </p:sp>
      <p:pic>
        <p:nvPicPr>
          <p:cNvPr id="16" name="Picture 15" descr="component_e8a0a24e61f64a1ab26fa6701b22c15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Valve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Disconnect water supply hose using plastic wrench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water supply hose using plastic wrench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8f64133cac954e0b8efc6b47b654c6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Water supply hose</a:t>
            </a:r>
          </a:p>
        </p:txBody>
      </p:sp>
      <p:pic>
        <p:nvPicPr>
          <p:cNvPr id="16" name="Picture 15" descr="component_c8f5edac2aac4d90956a9964262614b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Water supply hose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a part of the washing machine using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a part of the washing machine using a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b020f0345d1c4c2c896b421906ecd3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part of the washing machine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part of the washing machine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5)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15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Lift upper agitator using small flathead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5)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upper agitator using small flathead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74ecf22064e54deea22043dec10246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Upper agitator</a:t>
            </a:r>
          </a:p>
        </p:txBody>
      </p:sp>
      <p:pic>
        <p:nvPicPr>
          <p:cNvPr id="16" name="Picture 15" descr="component_29a9e3bd3ff446e781aa8e073a9e58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Upper agitator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6)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16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Remove white plastic component with a transparent section using hands (ring on the person's finger)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6)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white plastic component with a transparent section using 
hands (ring on the person's finger)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5f0b2fdb631a4621a36d1820dc6836f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White plastic component</a:t>
            </a:r>
          </a:p>
        </p:txBody>
      </p:sp>
      <p:pic>
        <p:nvPicPr>
          <p:cNvPr id="16" name="Picture 15" descr="component_321afa5d517c4fb78f6e96bc1838fdf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White plastic component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7)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17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Remove a screw on the lid of the bucket using a screwdriver (a screw on the lid of the bucket)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7)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a screw on the lid of the bucket using a screwdriver (a screw 
on the lid of the bucket)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907dbe0849c54ab281d2dc5ffb5532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screw on the lid of the bucket</a:t>
            </a:r>
          </a:p>
        </p:txBody>
      </p:sp>
      <p:pic>
        <p:nvPicPr>
          <p:cNvPr id="16" name="Picture 15" descr="component_81e91315f57e498a9ef0adb563b9bb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screw on the lid of the bucket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8)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Remove screw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8)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screw using screwdriver (4 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0ae574da0dee497bbb5be5284362c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Screw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Screw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9)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19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Unscrew 4 Phillips screws on the back plate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9)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4 Phillips screws on the back plate using screwdriver (4 
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55bbee1ce43d4e85b7282fa2db1f77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10)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10)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20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Lift control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10)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control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610cba7bd464fa0aff8ce678642bc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Control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Control panel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11)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21 / 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control knobs using small flathead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11)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control knobs using small flathead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a44451bdd67848709560f63c9ed34b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Control knobs</a:t>
            </a:r>
          </a:p>
        </p:txBody>
      </p:sp>
      <p:pic>
        <p:nvPicPr>
          <p:cNvPr id="16" name="Picture 15" descr="component_5da66941e78a440db1ed4ebe695ac45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Control knobs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12)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22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a component from the case using small flathead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12)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a component from the case using small flathead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6f7a5e3886fb45e3b9aec3eb8e82b5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component from the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component from the case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13)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23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Disconnect lid switch wire connector using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13)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lid switch wire connector using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bda83f1e751479b917586589ad9c1f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Lid switch</a:t>
            </a:r>
          </a:p>
        </p:txBody>
      </p:sp>
      <p:pic>
        <p:nvPicPr>
          <p:cNvPr id="16" name="Picture 15" descr="component_4c401f3da7be40db936328d5153932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14)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Lid switch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14)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24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14213D"/>
                </a:solidFill>
                <a:latin typeface="Arial"/>
              </a:rPr>
              <a:t>Remove a screw from a white plastic component using a screwdriver (a screw)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14)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a screw from a white plastic component using a screwdriver (a 
screw)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f284cd28a3c0400384da5881c11c6fb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screw from a white plastic component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screw from a white plastic component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15)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25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>
                <a:solidFill>
                  <a:srgbClr val="14213D"/>
                </a:solidFill>
                <a:latin typeface="Arial"/>
              </a:rPr>
              <a:t>Remove metal clip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15)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metal clip using screwdriver (4 Phillips screws on the back 
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5b878911d88645499dc37cae74a3ba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Metal clip</a:t>
            </a:r>
          </a:p>
        </p:txBody>
      </p:sp>
      <p:pic>
        <p:nvPicPr>
          <p:cNvPr id="16" name="Picture 15" descr="component_50a492122a034dd9a013d1940b35e2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16)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Metal clip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16)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Slide rear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16)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Slide rear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6936120286cd48098fb2bfc59350fa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Rear 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Rear panel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17)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27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Unscrew back plate screws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17)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back plate screws using screwdriver (4 Phillips screws on the 
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f4d0106b36584cc1bf2c7d5b6587e6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Back plate screws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Back plate screws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18)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28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Unscrew lid switch mounting screws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18)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lid switch mounting screws using screwdriver (4 Phillips 
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7aa001c893d447e3aba8764a02fe5f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Lid switch mounting screws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Lid switch mounting screws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19)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29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Remove a screw on the appliance using a screwdriver (a screw on the appliance)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19)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a screw on the appliance using a screwdriver (a screw on the 
appliance)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7557a292e77b49979d8f41338c0719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screw on the appliance</a:t>
            </a:r>
          </a:p>
        </p:txBody>
      </p:sp>
      <p:pic>
        <p:nvPicPr>
          <p:cNvPr id="16" name="Picture 15" descr="component_895514edf4cd4b5c8ab6f4d5f59ca5b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screw on the appliance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20)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30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Remove screws on the back plate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20)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screws on the back plate using screwdriver (4 Phillips screws 
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42654f4535974d239c1074defa7019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21)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31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Unscrew 4 Phillips screws on the back plate using a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21)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4 Phillips screws on the back plate using a screwdriver (4 
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f95147054b724f0287a698e9ff4d67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22)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32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a refrigerator component labeled 'SPILL'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22)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a refrigerator component labeled 'SPILL'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c5ce521195c54341a113f32b5e188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refrigerator component labeled 'SPILL'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refrigerator component labeled 'SPILL'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23)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tabs securing the tub 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23)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tabs securing the tub 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a18a3dbc76484c27991234974e09655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Tabs securing the tub ring</a:t>
            </a:r>
          </a:p>
        </p:txBody>
      </p:sp>
      <p:pic>
        <p:nvPicPr>
          <p:cNvPr id="16" name="Picture 15" descr="component_06e235ec57b64e02a94ef2e67d1693b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Tabs securing the tub ring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24)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34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Unscrew 4 Phillips screws on the back plate using tool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24)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4 Phillips screws on the back plate using tool (4 Phillips 
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daa0fe632eba431bbe4f1d37405776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25)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35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Remove a white component using a screwdriver (a screw on the white component)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25)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a white component using a screwdriver (a screw on the white 
component)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5f0b2fdb631a4621a36d1820dc6836f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White plastic component</a:t>
            </a:r>
          </a:p>
        </p:txBody>
      </p:sp>
      <p:pic>
        <p:nvPicPr>
          <p:cNvPr id="16" name="Picture 15" descr="component_49c4e41ed038429a8eed044c08b475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White plastic component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26)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36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14213D"/>
                </a:solidFill>
                <a:latin typeface="Arial"/>
              </a:rPr>
              <a:t>Unscrew tub nut using spanner wrench and hammer (a screw on the metal 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26)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tub nut using spanner wrench and hammer (a screw on the 
metal ring)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02ab24f1cb8401792302a0d9be88ed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Tub nut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Tub nut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27)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37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metal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27)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metal component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9acc7ef87c8046f49ce0d4addae11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Metal component</a:t>
            </a:r>
          </a:p>
        </p:txBody>
      </p:sp>
      <p:pic>
        <p:nvPicPr>
          <p:cNvPr id="16" name="Picture 15" descr="component_ccb608d24cbb48e195de9ad1cfbce6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28)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Metal component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28)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38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drive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28)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drive 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9b0765f51d1f465490d8dc826a8836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Drive block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Drive block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29)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drain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29)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drain pump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75b06342cfc24f6083fa98c2c71ccc9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Drain pump</a:t>
            </a:r>
          </a:p>
        </p:txBody>
      </p:sp>
      <p:pic>
        <p:nvPicPr>
          <p:cNvPr id="16" name="Picture 15" descr="component_8af1a738428841bdb88414a19cd786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Drain pump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30)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40 / 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Unscrew 4 Phillips screws on the back plate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30)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4 Phillips screws on the back plate using screwdriver (4 
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ec38c84f44d9421aac85f8b57b92a5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31)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41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Arial"/>
              </a:rPr>
              <a:t>Remove motor using quarter inch socket or nut 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31)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motor using quarter inch socket or nut driver (4 Phillips screws 
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32a387d87e13430fa7a5d5b8befb7f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Motor</a:t>
            </a:r>
          </a:p>
        </p:txBody>
      </p:sp>
      <p:pic>
        <p:nvPicPr>
          <p:cNvPr id="16" name="Picture 15" descr="component_2f60954bba7b4b35b1861a44f0671e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Motor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32)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42 / 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wire retainer from the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32)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Detach wire retainer from the transmission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3f0e7c0f07304ee882c9c661b23e26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Wire retainer from the transmission</a:t>
            </a:r>
          </a:p>
        </p:txBody>
      </p:sp>
      <p:pic>
        <p:nvPicPr>
          <p:cNvPr id="16" name="Picture 15" descr="component_d9850eff4add47939cc84f2217afa96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Wire retainer from the transmission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33)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43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wire retainer using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33)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Detach wire retainer using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1de579cc2e1e43b9a323264d949a42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Wire retainer</a:t>
            </a:r>
          </a:p>
        </p:txBody>
      </p:sp>
      <p:pic>
        <p:nvPicPr>
          <p:cNvPr id="16" name="Picture 15" descr="component_6060c9201dd94da19b6426a055747b4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Wire retainer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34)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44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Slide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34)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Slide transmission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1d198a521d0449a989370daa81cd6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Transmission</a:t>
            </a:r>
          </a:p>
        </p:txBody>
      </p:sp>
      <p:pic>
        <p:nvPicPr>
          <p:cNvPr id="16" name="Picture 15" descr="component_9c8b73ebe2dd42d8ae475a3f31039a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Transmission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35)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Unscrew 4 Phillips screws on the back plate using wrench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35)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4 Phillips screws on the back plate using wrench (4 Phillips 
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8324ddec3a8b44cb8c01b492f8a858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36)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46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Detach wire retainer using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36)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Detach wire retainer using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1de579cc2e1e43b9a323264d949a42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Wire retainer</a:t>
            </a:r>
          </a:p>
        </p:txBody>
      </p:sp>
      <p:pic>
        <p:nvPicPr>
          <p:cNvPr id="16" name="Picture 15" descr="component_63ffa17ffad24a4daa0a3da95c7406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Wire retainer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37)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47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Slide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37)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Slide motor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32a387d87e13430fa7a5d5b8befb7f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Motor</a:t>
            </a:r>
          </a:p>
        </p:txBody>
      </p:sp>
      <p:pic>
        <p:nvPicPr>
          <p:cNvPr id="16" name="Picture 15" descr="component_133bebf8fa5c452eb4968e8907962d1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38)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Motor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38)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48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4213D"/>
                </a:solidFill>
                <a:latin typeface="Arial"/>
              </a:rPr>
              <a:t>Remove motor or engine part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38)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motor or engine part using screwdriver (4 Phillips screws on 
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f8d0bdf439a4649805ea129f39484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Motor or engine 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Motor or engine part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39)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49 / 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Arial"/>
              </a:rPr>
              <a:t>Remove white plastic component from the lid using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39)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white plastic component from the lid using screwdriver (4 
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5f0b2fdb631a4621a36d1820dc6836f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White plastic component</a:t>
            </a:r>
          </a:p>
        </p:txBody>
      </p:sp>
      <p:pic>
        <p:nvPicPr>
          <p:cNvPr id="16" name="Picture 15" descr="component_8c37eeee2db64d189a1eb66739bc7fd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White plastic component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40)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50 / 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13D"/>
                </a:solidFill>
                <a:latin typeface="Arial"/>
              </a:rPr>
              <a:t>Remove 4 Phillips screws on the back plate using green screwdriver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40)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4 Phillips screws on the back plate using green screwdriver (4 
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5727421fd4c9428987ef620f4ad34eb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41)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51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top cover of the drum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41)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top cover of the drum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07952a7200dd452b9c7519c093dbae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Drum 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Drum cover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42)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13D"/>
                </a:solidFill>
                <a:latin typeface="Arial"/>
              </a:rPr>
              <a:t>Unscrew a screw on the bottom of the machine using a screwdriver (a screw on the bottom of the machine)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42)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a screw on the bottom of the machine using a screwdriver (a 
screw on the bottom of the machine)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0a06371c3b7b4e3a85044ae099924a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A screw on the bottom of the machine</a:t>
            </a:r>
          </a:p>
        </p:txBody>
      </p:sp>
      <p:pic>
        <p:nvPicPr>
          <p:cNvPr id="16" name="Picture 15" descr="component_44fbb1d84bb146ef84376cab212cc5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screw on the bottom of the machine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43)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53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Remove 4 Phillips screws on the back plate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43)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4 Phillips screws on the back plate (4 Phillips screws on the 
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a46dc472046479c96d5e8aed3509a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700" b="1">
                <a:solidFill>
                  <a:srgbClr val="64748B"/>
                </a:solidFill>
                <a:latin typeface="Arial"/>
              </a:rPr>
              <a:t>4 Phillips screws on the back plate</a:t>
            </a:r>
          </a:p>
        </p:txBody>
      </p:sp>
      <p:pic>
        <p:nvPicPr>
          <p:cNvPr id="16" name="Picture 15" descr="component_20260929_1132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4 Phillips screws on the back plate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44)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54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4213D"/>
                </a:solidFill>
                <a:latin typeface="Arial"/>
              </a:rPr>
              <a:t>Remove a part from the white surface using a tool with a metallic clip (a metallic clip)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44)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a part from the white surface using a tool with a metallic clip (a 
metallic clip)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a2168ee806f04c3ba986cd28e68566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 part from the white surface</a:t>
            </a:r>
          </a:p>
        </p:txBody>
      </p:sp>
      <p:pic>
        <p:nvPicPr>
          <p:cNvPr id="16" name="Picture 15" descr="component_b7493d1613a3446c8541216df7e63ad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A part from the white surface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45)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Disconnect lid switch wire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45)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lid switch wire connector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bda83f1e751479b917586589ad9c1f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Lid 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Lid switch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46)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56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Detach control panel using wrench (4 Phillips screws on the back plate)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46)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Detach control panel using wrench (4 Phillips screws on the back 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610cba7bd464fa0aff8ce678642bc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518600"/>
            <a:ext cx="1773936" cy="99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Control panel</a:t>
            </a:r>
          </a:p>
        </p:txBody>
      </p:sp>
      <p:pic>
        <p:nvPicPr>
          <p:cNvPr id="16" name="Picture 15" descr="component_bb9519a4a43a4c1aac69bcde3ddedb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18600"/>
            <a:ext cx="1773936" cy="9978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" b="1">
                <a:solidFill>
                  <a:srgbClr val="64748B"/>
                </a:solidFill>
                <a:latin typeface="Arial"/>
              </a:rPr>
              <a:t>Washing machine (remaining after step 47)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Control panel (Unknown)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Washing machine (remaining after step 47)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57 / 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4213D"/>
                </a:solidFill>
                <a:latin typeface="Arial"/>
              </a:rPr>
              <a:t>Disconnect hoses and connections using plastic tool (blue plastic cap on the hose connection)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Washing machine (remaining after step 47)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Disconnect hoses and connections using plastic tool (blue plastic cap 
on the hose connection)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onent_20260929_1132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331720"/>
            <a:ext cx="2438399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Hoses and connections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Hoses and connections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58 / 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48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Washing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Washing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