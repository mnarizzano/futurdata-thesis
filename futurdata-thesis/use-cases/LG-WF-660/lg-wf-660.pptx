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2801" rIns="12801" tIns="12801" bIns="1280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rial"/>
              </a:rPr>
              <a:t>PPTX export • 6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10972" rIns="10972" tIns="10972" bIns="1097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Nominal weight  40 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rial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2046976413072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Name: Washing Machine
Weight: 40 kg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00" b="1">
                <a:solidFill>
                  <a:srgbClr val="F59E0B"/>
                </a:solidFill>
                <a:latin typeface="Arial"/>
              </a:rPr>
              <a:t>SEVERITY.WARNING · composite_single_continuation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Component 2046976413072 continues into 5 operations [2046880101456, 2046881543312, 2046970672720, 2046976420176, 2047097028752]; 
a composite must be decomposed by a single successive operation (extract one part, the rest continues), not several in parallel.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node_ids=[2046976413072, 2046880101456, 2046881543312, 2046970672720, 2046976420176, 2047097028752]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F59E0B"/>
                </a:solidFill>
                <a:latin typeface="Arial"/>
              </a:rPr>
              <a:t>SEVERITY.WARNING · 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Mass imbalance: leaf components sum to 2448.4 but the product weighs 40 (6021.0% off).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node_ids=[2046976413072]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'Washing Machine' weighs 40; outputs plus continuation weigh 17 (57.5% difference).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'Top Cover Assembly' weighs 2; outputs plus continuation weigh 601.4 (29970.0% difference).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'Washing Machine' weighs 40; outputs plus continuation weigh 250 (525.0% difference).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steps[2]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'Washing Machine' weighs 40; outputs plus continuation weigh 820 (1950.0% difference).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'Washing Machine' weighs 40; outputs plus continuation weigh 654 (1535.0% difference).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'Washing Machine' weighs 40; outputs plus continuation weigh 108 (170.0% difference).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rial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Phillips Screwdriver
• Hand
• Flathead Screwdriver
• Spanner Wrench
• Socket Wrench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099536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Fixing Screws (Top Cover)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606800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Control Panel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176848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Top Cover Frame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1.4 kg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523792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Inlet Valve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250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821136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Pulsator Screw &amp; Washer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033616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Pulsator Wash Plate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736336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Inner Tub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 kg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2047096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891792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Tub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2046879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749072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Hex Hub Nut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738704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Drive Belt (V-Belt)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100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2047096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895184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Drive Motor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 kg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2046879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754256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Clutch / Gear Mechanism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3 kg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Top Cover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(40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Fixing Screws (Top Cover) (15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Top Cover Assembly (2 kg)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Phillips Screwdriver, 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Control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Top Cover Assembly (2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Unclip / Pull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Control Panel Assembly (600 g)
• Top Cover Frame (1.4 kg)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Phillips Screwdriver, 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Inlet Valve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(40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Inlet Valve Assembly (250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Phillips Screwdriver, 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Pulsator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(40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Cap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Unscrew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Pulsator Screw &amp; Washer (20 g)
• Pulsator Wash Plate (800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Flathead Screwdriver, Phillips Screwdriver, Hand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Inner Tub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(40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Unscrew Tub Cover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Unbolt Hub Nut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Inner Tub Assembly (4 kg)
• Tub Cover (500 g)
• Hex Hub Nut (150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Phillips Screwdriver, Spanner Wrench, Hand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Drivetrain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(40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Belt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Unbolt Motor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Unbolt Clutch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Drive Belt (V-Belt) (100 g)
• Drive Motor Assembly (5 kg)
• Clutch / Gear Mechanism (3 kg)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Hand, Socket Wrench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6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The PowerPoint remains fully editable: text, tables, images and component information 
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rial"/>
              </a:rPr>
              <a:t>Washing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