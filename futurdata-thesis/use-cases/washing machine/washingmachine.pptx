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18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2632634200720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Washing machine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balance not verifiable: the product has no weight; 35 component(s) have no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node_ids=[2632506255568, 2632543935952, 2632634200912, 2632634201168, 2632634201616, 2632634201872, 2632634202256, 2632634202448, 2632634202704, 2632634202960, 2632634203344, 2632634203600, 2632634237200, 2632634237264, 2632634237648, 2632634237904, 2632634238224, 2632634238480, 2632634238608, 2632634238864, 2632634239184, 2632634239568, 2632634239760, 2632634240208, 2632634240336, 2632634240592, 2632634240976, 2632634241168, 2632634241616, 2632634241680, 2632634242064, 2632634242448, 2632634243088, 2632634243344, 2632634243536]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images/manual_page_24.png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images/manual_page_24.png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images/manual_page_24.png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images/manual_page_25.png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images/manual_page_26.png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images/manual_page_28.png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images/manual_page_26.png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images/manual_page_26.png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images/manual_page_30.png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images/manual_page_27.png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steps[9].actions[0].image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images/manual_page_27.png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steps[10].actions[0].image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images/manual_page_28.png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steps[11].actions[0].image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images/manual_page_28.png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steps[12].actions[0].image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images/manual_page_28.png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steps[13].actions[0].image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images/manual_page_28.png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steps[14].actions[0].image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images/manual_page_29.png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steps[15].actions[0].image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images/manual_page_29.png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steps[16].actions[0].image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images/manual_page_30.png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steps[16].actions[2].image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images/manual_page_29.png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steps[17].actions[0].image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Coin
• Long bar (conditional foreign-material retrieval)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2632634201168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2632634200912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Top-plate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2632634201616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Detergent drawer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2632634201872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Control-panel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2632543935952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Control-panel PWB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2632634202256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Control-panel housing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2632634202448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PWB securing screws (5)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2632634202704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Dispenser assembly with associated hoses / bellows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2632634202960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Dispenser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2632634203344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Inlet-valve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2632634203600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Inlet-valve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2632634237264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Lower cover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2632634237200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Lower-cover screw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2632634237904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Door assembly with hinge / bracket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2632634237648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Door hinge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2632634238480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Cabinet-side gasket clamp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2632634238224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Door-lock switch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2632634238608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Door-lock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3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2632634239184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Cabinet cover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2632634238864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Cabinet-cover screws (count unspecified)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2632634239760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Tub-side gasket clamp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2632634239568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Gasket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2632634240208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Back cover with retained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2632506255568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Drive belt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2632634240336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Pulley bolt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2632634240592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Drive pulley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2632634240976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4 of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2632634241168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Motor-bracket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2632634241680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Damper assembly (illustrated)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2632634241616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Removed damper hinge/pin - do not reuse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2632634242448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Drain pump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2632634242064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Drain-pump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2632634243088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Heater assembly with retained M6 nut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2632634243536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Thermistor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2632634243344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Remaining chassis, tub, drum and unmodelled parts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top 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Washing machine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the machine from the electrical outlet before disassembly or repair (manual warning).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screws at the back of the top 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Slide the top plate backward, then lift it upward as illustrated.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Top plate (Unknown)
• Top-plate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top plate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control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top plate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PWB assembly connector from the main lead-wire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detergent drawer and remove the two screws shown.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Press the upper hooks down and pull the control panel away.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Detergent drawer (Unknown)
• Control-panel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Control panel with PWB (Unknown)
• Machine without control panel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Separate PWB from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Control panel with PWB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five screws securing the PWB assembly to the removed control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the PWB assembly from the control panel.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Control-panel PWB assembly (Unknown)
• Control-panel housing (Unknown)
• PWB securing screws (5)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dispenser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control panel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Prerequisites already completed: top plate and detergent drawer removed.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dispenser screws shown on this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Detach the hose and its clamps as illustrated.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Detach the ventilation bellows and the water-inlet bellows at the tub, and remove the dispenser assembly. Follow the illustrated option fitted to the machine.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Dispenser assembly with associated hoses / bellows (Unknown)
• Dispenser screws (2)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dispenser (Unknown)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inlet valve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dispenser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inlet-valve wiring receptacle.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screws at the back and detach the inlet valve.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Reconnection reference from the manual: valve 1 (MAIN): White/Black-Black; valve 2 (PRE): Black-Gray; valve 3 (HOT): Blue/White-Black. Apply only to the illustrated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Inlet-valve assembly (Unknown)
• Inlet-valve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inlet valve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Drain and clean pump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inlet valve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Maintenance procedure: open the lower cover cap with a coin and pull out the drain hose using the drain plug as illustrated.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Place a vessel to collect the water, then remove the drain plug and let the remaining water drain.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When the flow stops, turn the pump filter counterclockwise and remove foreign material.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Refit the filter clockwise, restore the drain plug, and close the lower cover cap as instructed.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after filter servicing (Unknown)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lower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after filter servicing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Open the lower cover cap with a coin.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retaining screw and pull the lower cover in the illustrated arrow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Lower cover (Unknown)
• Lower-cover screw (1)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lower cover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lower cover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Open the door fully.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Hold the bracket inside the cabinet cover while removing the two hinge screws.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door assembly while retaining control of the inner bracket.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Door assembly with hinge / bracket (Unknown)
• Door hinge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door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door-lock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door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cabinet-side gasket clamp and release the gasket from the cabinet opening.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screws securing the door lock.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door-lock wiring connector and remove the switch 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Cabinet-side gasket clamp (Unknown)
• Door-lock switch assembly (Unknown)
• Door-lock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door-lock switch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cabinet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door-lock switch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Prerequisites already completed: control panel, lower cover, and cabinet-side gasket clamp removed; gasket released from the cabinet opening.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cabinet-cover screws indicated in the first illustration.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remaining upper and lower cabinet-cover screws shown and detach the cabinet cover. The excerpt does not establish a total screw 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Cabinet cover (Unknown)
• Cabinet-cover screws (count unspecified)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cabinet cover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gasket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cabinet cover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the tub-side gasket clamp and remove the gasket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Reassembly note: position the gasket drain hole at the bottom and use the arrow on the tub cover as a 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Tub-side gasket clamp (Unknown)
• Gasket assembly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gasket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back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gasket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back cover to access the pulley and motor. This excerpt does not specify the cover fastener count or a detailed release procedure.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Back cover with retained hardware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back cover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belt and pulley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back cover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Turn the pulley while taking off the drive belt, as illustrated.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pulley bolt and pull off the pulley.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Drive belt (Unknown)
• Pulley bolt (Unknown)
• Drive pulley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belt and pulley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belt and pulley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screws from the motor bracket.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motor in the illustrated arrow direction to remove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Reassembly note: ensure the motor mounting bushings remain fitted to the bracket.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Motor assembly (Unknown)
• Motor-bracket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motor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damper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motor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Press the retaining snap and pull out the damper hinge/pin shown in the illustration to release the damper.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Do not reuse the removed hinge/pin: the manual warns that it may come loose during operation.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Damper assembly (illustrated) (Unknown)
• Removed damper hinge/pin - do not reuse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illustrated damper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drain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illustrated damper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Detach the pump outlet 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Detach the tub-to-pump bellows.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cap identified in the manual as Remaining Hose.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pump wiring.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two securing screws, then remove the pump.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Drain pump (Unknown)
• Drain-pump screws (2)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drain pump (Unknown)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drain pump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Loosen the M6 heater nut and pull out the heater.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Reassembly note: insert the heater into the heater clip at the bottom of the tub.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Optional service task, printed page 30: if foreign material is trapped between the drum and tub, remove it through the heater opening using a long bar after the heater has been removed.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1773936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56064" y="2331720"/>
            <a:ext cx="1773936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Heater assembly with retained M6 nut (Unknown)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Machine without heater (Unknown)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thermistor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Machine without heater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thermistor by holding its bracket. Do not pull its wire; the manual warns that this can break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Reassembly note: make sure the thermistor fits tightly back into its bushing.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Thermistor assembly (Unknown)
• Remaining chassis, tub, drum and unmodelled parts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18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Washing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Washing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