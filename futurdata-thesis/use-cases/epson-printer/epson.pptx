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Epson Stylus Photo 810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2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5.4 kg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1748442253456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Epson Stylus Photo 810
Weight: 5.4 kg
Material: 6
Color: 5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SEVERITY.ERROR · diamond_continuation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node 1748442257744 connects directly to diamond(s) [1748442252560]; a diamond's outputs must be components (an intermediate composite is missing). This edge is not traversed: any operation reachable only through it will NOT appear in the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node_ids=[1748442257744, 1748442252560]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SEVERITY.ERROR · diamond_continuation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node 1748442262352 connects directly to diamond(s) [1748442259472]; a diamond's outputs must be components (an intermediate composite is missing). This edge is not traversed: any operation reachable only through it will NOT appear in the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node_ids=[1748442262352, 1748442259472]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SEVERITY.ERROR · diamond_continuation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node 1748442260880 connects directly to diamond(s) [1748442259472]; a diamond's outputs must be components (an intermediate composite is missing). This edge is not traversed: any operation reachable only through it will NOT appear in the guide.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node_ids=[1748442260880, 1748442259472]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SEVERITY.ERROR · diamond_continuation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node 1748442252880 connects directly to diamond(s) [1748442259472]; a diamond's outputs must be components (an intermediate composite is missing). This edge is not traversed: any operation reachable only through it will NOT appear in the guide.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node_ids=[1748442252880, 1748442259472]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SEVERITY.ERROR · diamond_continuation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Diamond node 1748442264400 connects directly to diamond(s) [1748442259472]; a diamond's outputs must be components (an intermediate composite is missing). This edge is not traversed: any operation reachable only through it will NOT appear in the guide.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node_ids=[1748442264400, 1748442259472]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composite_single_continuation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Component 1748442263504 continues into 2 operations [1748442257744, 1748442265360]; a composite must be decomposed by a single successive operation (extract one part, the rest continues), not several in parallel.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node_ids=[1748442263504, 1748442257744, 1748442265360]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composite_single_continuation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Component 1748442259216 continues into 4 operations [1748442252880, 1748442260880, 1748442262352, 1748442264400]; a composite must be decomposed by a single successive operation (extract one part, the rest continues), not several in parallel.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node_ids=[1748442259216, 1748442252880, 1748442260880, 1748442262352, 1748442264400]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composite_single_continuation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Component 1748442256976 continues into 2 operations [1748442259472, 1748442263632]; a composite must be decomposed by a single successive operation (extract one part, the rest continues), not several in parallel.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node_ids=[1748442256976, 1748442259472, 1748442263632]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composite_single_continuation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Component 1748442382416 continues into 2 operations [1748442385552, 1748442385744]; a composite must be decomposed by a single successive operation (extract one part, the rest continues), not several in parallel.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node_ids=[1748442382416, 1748442385552, 1748442385744]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mass_balance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balance not verifiable: 32 component(s) have no weight.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node_ids=[1748442252240, 1748442252496, 1748442255504, 1748442257424, 1748442257872, 1748442258704, 1748442258832, 1748442260112, 1748442263568, 1748442264656, 1748442264976, 1748442265872, 1748442266128, 1748442382672, 1748442382800, 1748442382928, 1748442383056, 1748442383312, 1748442383376, 1748442383504, 1748442383760, 1748442383888, 1748442384016, 1748442384336, 1748442384464, 1748442385168, 1748442385296, 1748442385424, 1748442385680, 1748442386128, 1748442386448, 1748442386960]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tools are specified in this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9418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9418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1748442263568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Upper Housing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1748442260112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C.B.P-TITE SCREW,3X8,F/ZN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9418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1748442258704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+BIND B-TITE SEMS W2 2.5X5 F/Zb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1748442255504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Printhead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Upper Housing Removal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Epson Stylus Photo 810 (5.4 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Move edge guide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Hooks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Move Protusion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Upper Housing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Composite Component (Unknown)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Printhead Removal · part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Component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Open cover cartridge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Black and Blue ink color cartidges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Cover Cartidges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Hooks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Head FCC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Screws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C.B.P-TITE SCREW,3X8,F/ZN (Unknown)
• +BIND B-TITE SEMS W2 2.5X5 F/Zb (Unknown)
• Printhead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Printhead Removal · part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Composite Component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Head FFC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C.B.P-TITE SCREW,3X8,F/ZN (Unknown)
• +BIND B-TITE SEMS W2 2.5X5 F/Zb (Unknown)
• Printhead (Unknown)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2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Epson Stylus Photo 810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Epson Stylus Photo 810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