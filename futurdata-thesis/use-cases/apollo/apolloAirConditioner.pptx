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2957378821456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APOLLO air conditioner without outdoor unit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the product has no weight; 36 component(s) have no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node_ids=[2957378781264, 2957378781328, 2957378781712, 2957378781776, 2957378781968, 2957378782096, 2957378782288, 2957378782352, 2957378782608, 2957378782736, 2957378782800, 2957378783824, 2957378783888, 2957378784080, 2957378785104, 2957378785872, 2957378787344, 2957378787536, 2957378788112, 2957378788368, 2957378788624, 2957378789200, 2957378789648, 2957378789776, 2957378795088, 2957378796176, 2957378796624, 2957378796880, 2957378814096, 2957378814864, 2957378818960, 2957378821776, 2957378824080, 2957378824592, 2957378826896, 2957378827856]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images/manual_page_3.png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images/manual_page_5.png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images/manual_page_8.png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images/manual_page_9.png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steps[3].actions[1].image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images/manual_page_10.png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steps[3].actions[2].image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steps[3].actions[3].image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images/manual_page_13.png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images/manual_page_14.png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images/manual_page_15.png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images/manual_page_16.png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steps[7].actions[1].image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Screwdriver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2957378814864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Back panel / rear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2957378824592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Side/front-shell screws (6)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2957378827856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Guide-plate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2957378826896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Electronic control box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2957378821776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Electronic-control-box-cover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2957378814096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Front housing / front shell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2957378818960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Appliance box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2957378824080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Appliance-box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2957378787536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Main control PCB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2957378781968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PCB radiator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2957378782608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Heat dissipation fan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2957378787344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Heat-dissipation-fan-bracket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2957378789200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Reactor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2957378783888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 press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2957378795088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Evaporator / air-duct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2957378781328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Inner machine base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2957378782800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Front wind baffle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2957378788112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Middle support cross plate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3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2957378781712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Middle partition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2957378784080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plates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2957378782736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Volute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2957378796880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Volute outside screws (4)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2957378783824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Motor-shaft nut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2957378785872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Exhaust air wheel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2957378789648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Exhaust motor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2957378782352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 fixing screws (4)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2957378789776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Bottom condenser-side end-plate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4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2957378788368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Compressor ground-foot nuts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2957378796176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Compressor ground-foot gaskets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2957378785104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Refrigeration system: compressor + condenser + evaporator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2957378788624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Chassis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2957378781776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Magnetic ring switch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2957378782288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Magnetic-ring-switch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2957378782096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heater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2957378781264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Water-heater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2957378796624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APOLLO unit after documented disassembly procedures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back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APOLLO air conditioner without outdoor unit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a total of 6 screws on the left and right sides of the front shell with a screwdriver, and remove the screws fixing the back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back plate outward by hand until the upper and lower clamps between the front shell and back plate are detached. Pay attention to the clasps at the front-housing/back-plate joint.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Back panel / rear back plate (Unknown)
• Side/front-shell screws (6)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Unit without back panel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front housing assemblies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Unit without back panel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Swing the guide plate to the horizontal position and remove the 3 screws behind the guide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2 screws fixing the electronic control box cover, remove the cover, and pull out the connected terminal for subsequent disassembly and maintenance.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Slightly lift the base, pull the front shell outward, verify that the left/right sheet-metal joint clips and bottom/base joint clips are detached, then move the front shell horizontally out while loosening the connection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Guide-plate screws (3) (Unknown)
• Electronic control box cover (Unknown)
• Electronic-control-box-cover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Unit without front housing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Dismantle electronic control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Unit without front housing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2 screws fixing the appliance box and remove the appliance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main control PCB and remove the main control PCB.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PCB radiator to the electronic control box and remove the PCB radiator.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2 screws on the heat dissipation fan bracket and remove the heat dissipation fan.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reactor and remove the reactor.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Appliance box (Unknown)
• Appliance-box screws (2) (Unknown)
• Main control PCB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Unit with electronic control components removed (Unknown)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evaporator duct / inner-machine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Unit with electronic control components removed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motor press plate and remove the motor press 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evaporator to the air duct assembly, as illustrated on pages 9-10.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illustrated end/side fasteners associated with the evaporator/air-duct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evaporator assembly and tilt/move the inner machine base assembly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Motor press plate (Unknown)
• Evaporator / air-duct assembly (Unknown)
• Inner machine base assembly (Unknown)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Separated evaporator and inner-machine assemblies 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Dismantle inner-machine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Separated evaporator and inner-machine assemblies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connecting the front wind baffle (1) to the inner-machine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connecting the middle support cross plate (2) to the middle support side 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evaporator assembly and horizontally move the middle partition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attached to the base and the side plates, and remove the side 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Front wind baffle (1) (Unknown)
• Middle support cross plate (2) (Unknown)
• Middle partition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Inner-machine base with listed panels removed (Unknown)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Dismantle exhaust duct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Inner-machine base with listed panels removed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screws fixing the volute assembly and remove the volute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4 screws on the outside of the volute.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Loosen and remove the nut fixed on the motor shaft, then pull the exhaust air wheel outward with both hands.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4 screws fixing the motor on the other side and remove the motor.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Volute assembly (Unknown)
• Volute outside screws (4) (Unknown)
• Motor-shaft nut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Unit with exhaust duct components dismantled (Unknown)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Dismantle two-body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Unit with exhaust duct components dismantled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3 screws connecting the bottom condenser-side end plate to the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3 nuts from the compressor ground feet, including the nuts and gaskets.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refrigeration system composed of compressor, condenser and evaporator so it detaches from the chassis assembly. Arrange the two system components carefully; do not break the protection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Bottom condenser-side end-plate screws (3) (Unknown)
• Compressor ground-foot nuts (3) (Unknown)
• Compressor ground-foot gaskets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separated from refrigeration system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magnetic ring switch and water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separated from refrigeration system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2 screws fixing the magnetic ring switch and remove the switch as 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2 screws fixing the water heater and remove the heater as illustrated.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Magnetic ring switch (Unknown)
• Magnetic-ring-switch screws (2) (Unknown)
• Water heater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APOLLO air conditioner without outdoor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