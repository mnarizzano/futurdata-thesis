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39712"/>
          </a:xfrm>
          <a:prstGeom prst="rect">
            <a:avLst/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4572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9A7A0"/>
                </a:solidFill>
                <a:latin typeface="Aptos"/>
              </a:rPr>
              <a:t>FUTURDATA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685800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ptos"/>
              </a:rPr>
              <a:t>Disassembly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6858000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Aptos"/>
              </a:rPr>
              <a:t>Outer casing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685800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7D4E3"/>
                </a:solidFill>
                <a:latin typeface="Aptos"/>
              </a:rPr>
              <a:t>PPTX export • 1 action group(s) • depth: DepthMode.FULL • schema 1.1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892040"/>
            <a:ext cx="3474720" cy="73152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1E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102352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Nominal weight  Unknown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1143000"/>
            <a:ext cx="2880360" cy="443484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34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697480"/>
            <a:ext cx="2148840" cy="914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7B92AB"/>
                </a:solidFill>
                <a:latin typeface="Aptos"/>
              </a:rPr>
              <a:t>PRODUCT
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Outer casing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Export scope and model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PRODUCT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2235700855440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0712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ACTION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BOM COMPONENTS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3416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44584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VALIDATION ISSUES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4584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46120"/>
            <a:ext cx="54406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502152"/>
            <a:ext cx="228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PRODUCT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22191"/>
            <a:ext cx="484632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Name: Outer casing
Weight: Unknown
Material: Unknown
Color: Unknown
Depth mode: DepthMode.FULL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246120"/>
            <a:ext cx="5321808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502152"/>
            <a:ext cx="2560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EXPORT BEHAVIOUR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822191"/>
            <a:ext cx="461772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ptos"/>
              </a:rPr>
              <a:t>• Parent operation and atomic actions stay grouped.
• Output components and remaining assembly are shown.
• Text and images remain editable in PowerPoint.
• Unknown branch sources are never guessed.
• Source JSON is opened read-only and never modified.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Outer casing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Model warnings and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SEVERITY.WARNING · single_root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Expected exactly one root, found 4: nodes [2235700855440, 2235700862416, 2235700864208, 2235794229392] start a disassembly path.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node_ids=[2235700855440, 2235700862416, 2235700864208, 2235794229392]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3288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SEVERITY.ERROR · valid_node_types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Nodes [2235700855440, 2235700859664, 2235700862416, 2235700863440, 2235700864208, 2235700868112, 2235700870480, 2235700871120, 2235794229392] have an unrecognized type and cannot be interpreted in the disassembly grammar.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node_ids=[2235700855440, 2235700859664, 2235700862416, 2235700863440, 2235700864208, 2235700868112, 2235700870480, 2235700871120, 2235794229392]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82696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282696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92424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SEVERITY.WARNING · no_orphans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374136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Nodes [2235700859664, 2235700863440, 2235700868112, 2235700870480, 2235700871120] are disconnected (no edges) and will not appear in the disassembly procedure.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675887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node_ids=[2235700859664, 2235700863440, 2235700868112, 2235700870480, 2235700871120]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32504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032504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42232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SEVERITY.WARNING · action_degree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123944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Action node 2235700867984 has in-degree 2 and out-degree 1; an action circle must have at most one of each (it is an atomic sub-step, not a fan-out hub).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425696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node_ids=[2235700867984]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Outer casing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Tools and safety notices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Aggregated from step-level and atomic-action metadata.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3017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9A7A0"/>
                </a:solidFill>
                <a:latin typeface="Aptos"/>
              </a:rPr>
              <a:t>TOOLS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617720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• T20 Torx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3017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SAFETY NOTICES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617720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• No safety notices are specified in this model.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Outer casing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Recovered components — page 1 of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23545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23545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2235700858960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Inner skeleton side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Outer casing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Unscrew 2x T20 Torx screws near top lever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Outer casing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Unscrew 2x T20 Torx screws near top lever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N022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Pull off front cover piece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Pry off side panel A (release rear clips)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0118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19472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882896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Pry off side panel B (release rear clips)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542239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44068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540410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Swivel and remove top cover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Inner skeleton side (Unknown)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T20 Torx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Outer casing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234440"/>
            <a:ext cx="47548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9A7A0"/>
                </a:solidFill>
                <a:latin typeface="Aptos"/>
              </a:rPr>
              <a:t>EXPORT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960120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1 action groups prepared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969264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The PowerPoint remains fully editable: text, tables, images and component information can be revised after export.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800600"/>
            <a:ext cx="4937760" cy="77724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1E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029200"/>
            <a:ext cx="4480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9A7A0"/>
                </a:solidFill>
                <a:latin typeface="Aptos"/>
              </a:rPr>
              <a:t>Outer casing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Outer casing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