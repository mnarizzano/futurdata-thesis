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12801" rIns="12801" tIns="12801" bIns="1280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rial"/>
              </a:rPr>
              <a:t>PPTX export • 8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10972" rIns="10972" tIns="10972" bIns="1097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Nominal weight  8500 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rial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2047096147856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Name: Gruppo spremitura Orangenius
Weight: 8500 g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F59E0B"/>
                </a:solidFill>
                <a:latin typeface="Arial"/>
              </a:rPr>
              <a:t>SEVERITY.WARNING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Mass imbalance: leaf components sum to 4170 but the product weighs 8500 (50.9% off).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node_ids=[2047096147856]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action_fanout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Diamond 2046994987216 lists its 5 instructions as a fan-out (parallel) rather than a chain; both layouts are supported and all instructions are kept.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node_ids=[2046994987216]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action_fanout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Diamond 2046879749712 lists its 7 instructions as a fan-out (parallel) rather than a chain; both layouts are supported and all instructions are kept.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node_ids=[2046879749712]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action_fanout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Diamond 2046882809104 lists its 3 instructions as a fan-out (parallel) rather than a chain; both layouts are supported and all instructions are kept.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node_ids=[2046882809104]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action_fanout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Diamond 2046975404048 lists its 4 instructions as a fan-out (parallel) rather than a chain; both layouts are supported and all instructions are kept.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node_ids=[2046975404048]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action_fanout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Diamond 2046880507280 lists its 4 instructions as a fan-out (parallel) rather than a chain; both layouts are supported and all instructions are kept.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node_ids=[2046880507280]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action_fanout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Diamond 2046884529424 lists its 5 instructions as a fan-out (parallel) rather than a chain; both layouts are supported and all instructions are kept.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node_ids=[2046884529424]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action_fanout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Diamond 2046996684880 lists its 4 instructions as a fan-out (parallel) rather than a chain; both layouts are supported and all instructions are kept.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node_ids=[2046996684880]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action_fanout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213D"/>
                </a:solidFill>
                <a:latin typeface="Arial"/>
              </a:rPr>
              <a:t>Diamond 2046984252368 lists its 5 instructions as a fan-out (parallel) rather than a chain; both layouts are supported and all instructions are kept.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node_ids=[2046984252368]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'Gruppo spremitura Orangenius' weighs 8500; outputs plus continuation weigh 7000 (17.6% difference).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steps[0]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'Gruppo testa di spremitura' weighs 4800; outputs plus continuation weigh 3500 (27.1% difference).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steps[3]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'Coperchio reggi coltello' weighs 1600; outputs plus continuation weigh 530 (66.9% difference).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steps[4]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Input 'Coperchio con sensore di posizione' weighs 350; outputs plus continuation weigh 140 (60.0% difference).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steps[5]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'Blocco palette-pentola' weighs 1900; outputs plus continuation weigh 1670 (12.1% difference).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steps[6]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WARNING · step_mass_balance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Input 'Kit pentola' weighs 1450; outputs plus continuation weigh 1430 (1.4% difference).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rial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Cacciavite a croce PH2
• Cacciavite a taglio piccolo
• Guanti anti-taglio
• Cacciavite a croce PH1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1 of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510672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Motore spremitrice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1500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582160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Sensore bucce (opzionale)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097552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Scocca carcassa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640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274000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Lama / Coltello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180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2047096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440656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Sensore posizione coperchio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2047096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441616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Chiusura a farfalla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213008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Palette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605904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Cestino bucce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250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398416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Pentola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1180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Estrai il corpo della spremitrice dal magazzino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Gruppo spremitura Orangenius (8500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Sfila il corpo spremitrice dalle guide tirando in avanti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Disinnesta il perno di chiusura sul retro del corpo spremitrice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Premi la linguetta di ritegno sulla guida destra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Svita la vite di bloccaggio del corpo (1 vite a croce)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Premi la linguetta di ritegno sulla guida sinistra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No separate output component encoded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Carcassa esterna (2200 g)
• Gruppo testa di spremitura (4800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Cacciavite a croce PH2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Smonta il motore dalla carcassa · part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Carcassa esterna (2200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Sfila il motore dal supporto centrale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Rimuovi la copertura metallica della carcassa (4 clip a pressione)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Scollega i 2 faston di alimentazione del motore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Svita la vite del motore in basso a sinistra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Svita la vite del motore in alto a sinistra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Svita la vite del motore in alto a destra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Motore spremitrice (1500 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Scocca carcassa con sensore (700 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Cacciavite a croce PH2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Smonta il motore dalla carcassa · part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Carcassa esterna (2200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Svita la vite del motore in basso a destra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Motore spremitrice (1500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Scocca carcassa con sensore (700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Cacciavite a croce PH2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Estrai il sensore bucce dalla scocca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Scocca carcassa con sensore (700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Sfila il sensore dalla sede sulla scocca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Scollega il connettore elettrico del sensore bucce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Svita la vite di fissaggio del sensore (1 vite)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Sensore bucce (opzionale) (60 g)
• Scocca carcassa (640 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Cacciavite a taglio piccolo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Separa il coperchio reggi coltello dal blocco palette-pentola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Gruppo testa di spremitura (4800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Ruota la chiusura a farfalla in senso antiorario fino al fermo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Solleva il coperchio reggi coltello con due mani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Posa il coperchio su una superficie sicura (ATTENZIONE: lama 
esposta)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Separa il blocco palette-pentola dalla base di supporto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No separate output component encoded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Coperchio reggi coltello (1600 g)
• Blocco palette-pentola (1900 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Estrai la lama dal coperchio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Coperchio reggi coltello (1600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Capovolgi il coperchio reggi coltello su superficie piana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Svita la vite centrale di fissaggio della lama (1 vite)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Solleva la protezione della 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Estrai la lama con cautela (ATTENZIONE: pericolo taglio)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Lama / Coltello (180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Coperchio con sensore di posizione (350 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Cacciavite a croce PH2, Guanti anti-taglio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Smonta il sensore di posizione e la chiusura a farfalla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Coperchio con sensore di posizione (350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Scollega il connettore del sensore di posizione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Rimuovi l'anello di tenuta in gomma della chiusura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Svita la vite di fissaggio in alto del sensore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Sfila la chiusura a farfalla dal perno centrale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Svita la vite di fissaggio in basso del sensore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Sensore posizione coperchio (45 g)
• Chiusura a farfalla (95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Cacciavite a croce PH1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Sfila le palette dagli alberi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Blocco palette-pentola (1900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Identifica i due alberi delle palette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Verifica l'orientamento delle palette per il rimontaggio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Sfila la paletta destra tirando verso l'alto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Sfila la paletta sinistra tirando verso l'alto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Palette (220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Kit pentola (1450 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Separa il cestino bucce dalla pentola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Kit pentola (1450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Rimuovi eventuali residui di bucce dal cestino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Sblocca la linguetta di aggancio posteriore destra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Solleva il cestino dalla pentola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Sblocca la linguetta di aggancio anteriore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Sblocca la linguetta di aggancio posteriore sinistra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Cestino bucce (250 g)
• Pentola (1180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8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The PowerPoint remains fully editable: text, tables, images and component information 
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Gruppo spremitura Orangenius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