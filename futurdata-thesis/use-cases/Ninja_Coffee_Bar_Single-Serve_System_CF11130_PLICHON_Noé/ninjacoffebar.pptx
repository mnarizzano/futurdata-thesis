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4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Unknown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2327528076048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Ninja Coffee Bar Single-Serve System CF111 30
Weight: Unknown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SEVERITY.ERROR · valid_node_types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Nodes [2327528076048] have an unrecognized type and cannot be interpreted in the disassembly grammar.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node_ids=[2327528076048]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Mass balance not verifiable: the product has no weight; 5 component(s) have no weight.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node_ids=[2327528032144, 2327528047824, 2327528049744, 2327528052176, 2327528063760]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tools are specified in this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2327528032144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brew basket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2327528063760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frother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2327528052176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heater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2327528049744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power cable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2327528047824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removing brew basket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Ninja Coffee Bar Single-Serve System CF111 30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Slide the brew baskets to the open position.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three crews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push the bottom of the pin 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brew basket from swinging basket holder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brew basket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Component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frother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Component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four screws from under the basket area.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pry the upper cover off the 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one screw from the top of the unit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motor straight 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frother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Component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Heater · part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Component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six crews from the bottom of the unit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bottom cover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6 screws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plastiv cover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Detach the valve tubes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6 screws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heater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Component (Unknown)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Heater · part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Component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pry the upper cover off the unit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Separate hose from upper nozzle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3 screws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heater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heater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Component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power 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Component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six crews from the bottom of the unit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bottom cover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loosen two screws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clamp holding power cable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the power cable 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power cable (Unknown)
• Component (Unknown)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4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Ninja Coffee Bar Single-Serve System CF111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