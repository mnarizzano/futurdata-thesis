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25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Unknown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2324296922192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Refrigerator
Weight: Unknown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composite_single_continuation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Component 2324296922192 continues into 25 operations [2324296922320, 2324296960656, 2324296960976, 2324296961168, 2324296961616, 2324296961744, 2324296963024, 2324296963472, 2324296963920, 2324296964368, 2324296964496, 2324296965200, 2324296965584, 2324296966160, 2324296966736, 2324296967056, 2324296967376, 2324296967568, 2324296968080, 2324296968592, 2324296968912, 2324296969360, 2324296969488, 2324296970512, 2324296971344]; a composite must be decomposed by a single successive operation (extract one part, the rest continues), not several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node_ids=[2324296922192, 2324296922320, 2324296960656, 2324296960976, 2324296961168, 2324296961616, 2324296961744, 2324296963024, 2324296963472, 2324296963920, 2324296964368, 2324296964496, 2324296965200, 2324296965584, 2324296966160, 2324296966736, 2324296967056, 2324296967376, 2324296967568, 2324296968080, 2324296968592, 2324296968912, 2324296969360, 2324296969488, 2324296970512, 2324296971344]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SEVERITY.INFO · 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balance not verifiable: the product has no weight; 75 component(s) have no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node_ids=[2324239960720, 2324239960784, 2324239966096, 2324245553616, 2324276805008, 2324277420048, 2324277484944, 2324278064848, 2324279463504, 2324296600400, 2324296922384, 2324296922448, 2324296922768, 2324296923536, 2324296923728, 2324296923856, 2324296923984, 2324296924304, 2324296924432, 2324296924624, 2324296924688, 2324296958032, 2324296958352, 2324296958672, 2324296958800, 2324296958928, 2324296959312, 2324296959568, 2324296959696, 2324296959824, 2324296960272, 2324296960336, 2324296960464, 2324296960720, 2324296960848, 2324296961104, 2324296961552, 2324296962192, 2324296962320, 2324296962768, 2324296962896, 2324296963408, 2324296963536, 2324296963792, 2324296964176, 2324296964240, 2324296964624, 2324296964880, 2324296964944, 2324296965072, 2324296965328, 2324296965456, 2324296965712, 2324296966032, 2324296966288, 2324296966544, 2324296966800, 2324296966928, 2324296967440, 2324296967760, 2324296968272, 2324296968336, 2324296968464, 2324296968720, 2324296968784, 2324296969040, 2324296969232, 2324296969872, 2324296969936, 2324296970064, 2324296970384, 2324296971024, 2324296971088, 2324296971216, 2324296971728]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images/manual_page_6.png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images/manual_page_7.png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images/manual_page_9.png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images/manual_page_10.png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steps[3].actions[0].image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steps[4].actions[0].image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steps[6].actions[0].image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images/manual_page_13.png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steps[7].actions[0].image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images/manual_page_17.png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steps[8].actions[0].image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images/manual_page_20.png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steps[9].actions[0].image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images/manual_page_21.png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steps[10].actions[0].image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images/manual_page_23.png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steps[11].actions[0].image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images/manual_page_18.png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steps[12].actions[0].image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images/manual_page_5.png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steps[13].actions[0].image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images/manual_page_6.png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steps[14].actions[0].image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images/manual_page_8.png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steps[15].actions[0].image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images/manual_page_9.png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steps[16].actions[0].image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steps[17].actions[0].image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steps[18].actions[0].image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images/manual_page_11.png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steps[19].actions[0].image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images/manual_page_12.png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steps[20].actions[0].image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images/manual_page_17.png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steps[21].actions[0].image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 —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images/manual_page_19.png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steps[22].actions[0].image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images/manual_page_20.png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steps[23].actions[0].image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Image file not found: images/manual_page_22.png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steps[24].actions[0].image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Flat-blade screwdriver
• Clean gloves
• Wet cloth / sealed-system service equipment
• Flat-tip screwdriver
• Phillips screwdriver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2324296960848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Mullion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2324296960720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Mullion screws (2)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2324245553616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Sub PCB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2324296961552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Sub-PCB screw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2324296600400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2324296962320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Lamp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2324296962768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Lamp case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2324296962896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Screws (2 + 2)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2324296963792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Bottom cap-decor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2324296963536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LED-lamp cover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2324296964624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Display PCB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2324296965328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Water button lever / funnel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2324296965456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2324296966544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Icemaker / motor-cover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2324296966288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Icemaker 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2324296967440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 bin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2324239960784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Middle pull-out drawer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2324296968784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Cover Front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3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2324296968720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Cover Front screws (2)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2324296969872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Refrigerator door foam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2324296969936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Right hinge-cover screw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2324276805008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Home Bar door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2324296971024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Upper hinge cap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2324296971088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Hinge screw (1)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2324296971216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Bar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2324296971728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3-way valve (replace if leaking / failed)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2324296922384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Left refrigerator door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4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2324278064848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hinge cover / screw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2324296922448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Grounding screw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2324296961104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Door gasket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2324296962192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 fan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2324296963408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LED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2324277484944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Side light cover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2324296964240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Dispenser cover /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2324296964176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Drain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2324296964944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 button / lever assembly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5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2324296964880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Lever screw (1)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2324296965072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Spring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2324296966032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Ice corner door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2324296965712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Cover Home Bar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2324296966928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 duct motor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2324296966800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Motor screws (3)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2324296967760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pull-out drawer / tray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2324296968336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Home Bar case assembly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2324296968272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Home Bar door basket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6 of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2324296968464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Home Bar basket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2324296969232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Frame Door / Home Bar door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2324296969040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frame-door screws (3)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2324296970384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Frame door switch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7848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2324296970064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Cap decor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mullion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two screws.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mullion up carefully.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wire harness.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Mullion (Unknown)
• Mullion screws (2)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Sub PCB for working dispenser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one screw.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Sub PCB up carefully.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Reverse the Sub PCB cover.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capacitor housing.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wire harness.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Sub PCB assembly (Unknown)
• Sub-PCB screw (1)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refrigerator top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refrigerator / disconnect power; remove top shelf or shelves if 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two screws.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Hold both ends and pull downward to remove the lamp case/cover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Release another two screws to separate case lamp and cover lamp.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Use a flat-blade screwdriver to remove the lamp cover.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Open the hook part and pull out the LED assembly.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LED assembly (Unknown)
• Lamp cover (Unknown)
• Lamp case 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bottom cap-decor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refrigerator power cord and open the refrigerator door requiring disassembly.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flat screwdriver into the service hole and remove the cap-decor LED-lamp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LED assembly from the connector.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Bottom cap-decor LED assembly (Unknown)
• LED-lamp cover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display PCB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Display PCB fixing screws as shown.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Display PCB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water button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three screws holding the funnel and button lever.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funnel and button lever.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hook as shown.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Water button lever / funnel (Unknown)
•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icemaker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three screws marked in the illustration.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Grasp the bottom of the motor-cover assembly and pull it out slowly.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wire harness from the compartment wall.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Icemaker / motor-cover assembly (Unknown)
• Icemaker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ice bin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Put on clean gloves before removing the ice bin, per the manual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Grip the handles.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lower part slightly.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Take the ice bin out slowly.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Ice bin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middle pull-out drawer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middle drawer to full extension.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front of the drawer, then pull it straight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Middle pull-out drawer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Home Bar cover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basket door up and pull it out at an angle.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two Cover Front screws and pull the Cover Front out at an angle.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Cover Front (Unknown)
• Cover Front screws (2)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refrigerator door foam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 of the right hinge cover.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two wire connectors.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Rotate the hinge lever clockwise.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Home Bar.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refrigerator door-foam assembly up and out.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Refrigerator door foam assembly (Unknown)
• Right hinge-cover screw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Home Bar door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screw located on the top of the hinge.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upper hinge cap.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bar upward from the bottom through the SVC hole (bottom hinge).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bar out through the top hinge.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cover.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Home Bar door cover (Unknown)
• Upper hinge cap (Unknown)
• Hinge screw (1) (Unknown)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Prepare / service sealed system and 3-way valve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Begin with the power cord unplugged. Plug it in, then unplug it again 6-12 seconds later so both sides of the 3-way valve are open for proper evacuation.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When using a torch on the 3-way valve, wrap it with a wet cloth because it contains plastic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Always replace the 3-way valve if there is a leak at any of its three tubes; valve-failure service uses the same method. Follow sections 3-22 and 3-23 before sealed-system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3-way valve (replace if leaking / failed)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left refrigerator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Before beginning, unplug the refrigerator; remove food and bins from the doors. Disconnect the water supply tube by pushing back the disconnect 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Open the door. Loosen the top-hinge-cover screw; pry back the hooks on the front underside and lift the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door-switch wire harness and remove the cover; pull out the tube.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all three wiring harnesses and remove the grounding screw.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Rotate the hinge lever counterclockwise and lift the top hinge free of the hinge-lever latch.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door from the middle hinge pin and remove it. Place it inside-face-up on a non-scratch surface. CAUTION: support the door so it does not fall forward.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Left refrigerator door assembly (Unknown)
• Top hinge cover / screw (Unknown)
• Grounding screw 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door gasket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gasket from the gasket channel at the door liner as illustrated.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Door gasket (Unknown)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ice fan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plastic guide for slides on the left side by unscrewing Phillips-head screws.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sensor cover using the illustrated tool method.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grille cover using the illustrated tool method.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Reach inside the grille and disassemble as illustrated.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 the grille-assembly wire harness.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2239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4068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0410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ice-fan assembly by loosening all screws.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Ice fan assembly (Unknown)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refrigerator side LED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Unplug the refrigerator power 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flat screwdriver into the service hole and remove the light cover.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LED assembly from the connector.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Side LED assembly (Unknown)
• Side light cover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dispenser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drain.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Hold the inner side of the dispenser and pull forward to remove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lead wire. CAUTION: during replacement, do not let the lead wire come off and do not pinch the water 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Dispenser cover / assembly (Unknown)
• Drain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ice button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one screw holding the lever.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spring from the hook.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and pull on the tab to remove the assembly.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Ice button / lever assembly (Unknown)
• Lever screw (1) (Unknown)
• Spring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ice corner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Loosen the front screw.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Cover Home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up the hinge with one hand.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out the Ice Corner Door with the other hand.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Ice corner door (Unknown)
• Cover Home Bar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cap duct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housing of the cap-duct motor.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three screws to disassemble the motor.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When replacing the motor, check the door-duct and link position for proper 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Cap duct motor (Unknown)
• Motor screws (3)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top pull-out drawer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Use a flat-blade screwdriver to push the tab in on the left rail; push the right-rail tab in with a finger.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After both tabs are pushed in, lift the tray up and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pull-out drawer / tray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Home Bar case / baskets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 the Home Bar upward at an angle and pull straight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Door basket of Home Bar door: lift the basket up and pull straight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Door basket of Home Bar: lift the basket up and pull straight out. Note: some baskets vary and fit only one 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Home Bar case assembly (Unknown)
• Home Bar door basket (Unknown)
• Home Bar basket (Unknown)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Home Bar door / frame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three screws on the top of the Frame Door.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 the Frame Door up and 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Frame Door / Home Bar door (Unknown)
• Top frame-door screws (3) (Unknown)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frame door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Refrigerator (Unknown)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screws on the upper hinge assembly.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Separate the cap-decor on the frame door.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Press the door-switch hook, then push it outward.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wire connector for replacement.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331720"/>
            <a:ext cx="3657600" cy="1371599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3758183"/>
            <a:ext cx="3657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Action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425196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4531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Frame door switch (Unknown)
• Cap decor (Unknown)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4864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70585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25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Refrigerator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Refrigerator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